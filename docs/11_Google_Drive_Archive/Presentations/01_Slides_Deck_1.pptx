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9690ba68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9690ba68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9690ba68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9690ba68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9690ba68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9690ba68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a408f19b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a408f19b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b5572c79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b5572c79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b5572c79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b5572c79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b5572c79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b5572c79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b5572c79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b5572c79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a408f19b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a408f19b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b5572c7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b5572c7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Universal Plastic Shredder V2.0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Team: I’m so Shredded Inc.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Bao Nguyen · Fearghus Tyler · Yaqoub Rabiah · Fox Kang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Objectives(Electrical Only)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Drive an electric motor to power a plastic shredder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Ensure safe operation with buttons and/or HMI display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Design and wire the system to industry standards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NEMA compliant electrical system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NFPA 70 </a:t>
            </a:r>
            <a:r>
              <a:rPr lang="en"/>
              <a:t>installation guidelines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$1000 Budget for EE team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Consumer electronics, but with an extra zero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Objectives(if </a:t>
            </a:r>
            <a:r>
              <a:rPr lang="en"/>
              <a:t>budget</a:t>
            </a:r>
            <a:r>
              <a:rPr lang="en"/>
              <a:t> and time allows)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Display and clear errors or lockouts on an HMI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Popup warning messages for faults and unsafe conditions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Telemetry data display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Motor speed (RPM)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Temperature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Amps/Volts/Watts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System status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Auto unjam/retry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Capacitive Touch Safety Interlock(CTSI)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Why add all this complexity?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4 EE team </a:t>
            </a:r>
            <a:r>
              <a:rPr lang="en"/>
              <a:t>members + 6 months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2625" y="1853850"/>
            <a:ext cx="2448376" cy="244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Overview(WIP)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675" y="1853850"/>
            <a:ext cx="6096425" cy="30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Logic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725" y="500900"/>
            <a:ext cx="6895152" cy="464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7298" y="613801"/>
            <a:ext cx="1117597" cy="62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7"/>
          <p:cNvCxnSpPr>
            <a:endCxn id="115" idx="3"/>
          </p:cNvCxnSpPr>
          <p:nvPr/>
        </p:nvCxnSpPr>
        <p:spPr>
          <a:xfrm rot="10800000">
            <a:off x="2474895" y="928126"/>
            <a:ext cx="1356000" cy="63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7" name="Google Shape;11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7300" y="1346352"/>
            <a:ext cx="976070" cy="732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7"/>
          <p:cNvCxnSpPr>
            <a:endCxn id="117" idx="3"/>
          </p:cNvCxnSpPr>
          <p:nvPr/>
        </p:nvCxnSpPr>
        <p:spPr>
          <a:xfrm flipH="1">
            <a:off x="2333370" y="1565914"/>
            <a:ext cx="1516500" cy="1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PLC Modules(DL205+H2-DM1E+Modules)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729450" y="2078875"/>
            <a:ext cx="7688700" cy="27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Ebay 350 used PLC rack+cpu+Modules</a:t>
            </a:r>
            <a:endParaRPr sz="1800"/>
          </a:p>
          <a:p>
            <a:pPr indent="-2914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H2-DM1E- CPU</a:t>
            </a:r>
            <a:endParaRPr sz="1800"/>
          </a:p>
          <a:p>
            <a:pPr indent="-2914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D2-08ND3- 8ch Digital input module</a:t>
            </a:r>
            <a:endParaRPr sz="1800"/>
          </a:p>
          <a:p>
            <a:pPr indent="-2914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F2-04RTD - Analog Temp module</a:t>
            </a:r>
            <a:endParaRPr sz="1800"/>
          </a:p>
          <a:p>
            <a:pPr indent="-2914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F2-08AD-1 -8ch Analog input module</a:t>
            </a:r>
            <a:endParaRPr sz="1800"/>
          </a:p>
          <a:p>
            <a:pPr indent="-2914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D2-08TD2 - 8ch Digital output module</a:t>
            </a:r>
            <a:endParaRPr sz="1800"/>
          </a:p>
          <a:p>
            <a:pPr indent="-2914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F2-02DA-1 -2ch Output module</a:t>
            </a:r>
            <a:endParaRPr sz="1800"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Comes with analog I/O and Digital I/O</a:t>
            </a:r>
            <a:endParaRPr sz="1800"/>
          </a:p>
          <a:p>
            <a:pPr indent="-2914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Analog: Control VFD RPM</a:t>
            </a:r>
            <a:endParaRPr sz="1800"/>
          </a:p>
          <a:p>
            <a:pPr indent="-2914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Digital: Button/sensor inputs, control contactor output</a:t>
            </a:r>
            <a:endParaRPr sz="1800"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Very expandable(for additional sensors)</a:t>
            </a:r>
            <a:endParaRPr sz="1800"/>
          </a:p>
          <a:p>
            <a:pPr indent="-2914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Up to 8 switches</a:t>
            </a:r>
            <a:endParaRPr sz="1800"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Program</a:t>
            </a:r>
            <a:endParaRPr sz="1800"/>
          </a:p>
          <a:p>
            <a:pPr indent="-2914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Do-more </a:t>
            </a:r>
            <a:r>
              <a:rPr lang="en" sz="1800"/>
              <a:t>designer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2375" y="1988400"/>
            <a:ext cx="4348399" cy="14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HMI (AutomationDirect EA1-T4CL)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120-130 used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C-more programming software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Simple, tag based programming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Matching IDs to the PLC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RS-232 </a:t>
            </a:r>
            <a:r>
              <a:rPr lang="en"/>
              <a:t>protocol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24VDC power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Touchscreen + Buttons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707" y="1983082"/>
            <a:ext cx="3391025" cy="25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VFD(AT5‑1500X)(We dont use this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$108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Single phase 115V in to 230V 3 Phase out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Two analog outputs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For getting RPM, Current, Watts, Volts, Temp, etc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One analog input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RPM Control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Has Modbus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Allow for more than two telemetry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Not limited by the analogo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Allows for the use of better 3-phase motors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More </a:t>
            </a:r>
            <a:r>
              <a:rPr lang="en"/>
              <a:t>efficient</a:t>
            </a:r>
            <a:r>
              <a:rPr lang="en"/>
              <a:t> than 1-phase and Brushed motors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Better throttle control</a:t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301" y="787575"/>
            <a:ext cx="3007849" cy="422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Motor</a:t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727650" y="16771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Craigslist ad, listed at $100, 3HP 230V 1750 RPM (Powered by a VFD with an inverter 115/230V single phase to 3 phase at 3HP)</a:t>
            </a:r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500" y="2259975"/>
            <a:ext cx="3193324" cy="239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727650" y="1141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BOM</a:t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Best Estimate So Far: </a:t>
            </a:r>
            <a:endParaRPr/>
          </a:p>
        </p:txBody>
      </p:sp>
      <p:pic>
        <p:nvPicPr>
          <p:cNvPr id="153" name="Google Shape;153;p22" title="Screenshot 2026-01-22 2037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6925" y="1730400"/>
            <a:ext cx="3866476" cy="288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50" y="1597800"/>
            <a:ext cx="4466800" cy="299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Questions/Suggestions/Concerns</a:t>
            </a:r>
            <a:endParaRPr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