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66389ac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66389ac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6389ac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66389ac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66389ac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66389ac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Plastic Shredder V2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Yaqoub Rabiah, Bao Nguyen, Fearghus Tyler, Fox Khang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175" y="368250"/>
            <a:ext cx="2870526" cy="20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360675"/>
            <a:ext cx="75057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team: “I’m so Shredded Inc”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Client: Ichor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Problems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Excess waste from 0.25" to 0.5" rigid plastic sheets (PVC, PP).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Commercial shredders are either underpowered or expensive.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Telemetry: Jam coint, temp, power, amps, volts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Industry standard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1000 bucks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Mission: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 an industrial-grade, NEC-compliant electrical control system for the "Universal Plastic Shredder V2.0."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500" y="269400"/>
            <a:ext cx="2836150" cy="210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757" y="2407339"/>
            <a:ext cx="1859251" cy="247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>
            <p:ph type="title"/>
          </p:nvPr>
        </p:nvSpPr>
        <p:spPr>
          <a:xfrm>
            <a:off x="819150" y="845600"/>
            <a:ext cx="53490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Demo</a:t>
            </a:r>
            <a:endParaRPr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311700" y="144203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two buttons that switch the direction of the motor.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Forwards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Reverse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deadman switches must be pressed to operate the motor.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Rpm can be controlled through the HMI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E-Stop resets the rpm to zero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Vfd allows 120v house voltage inverts  to 240v 3-phase power with 3 hp capabilities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Motor receives  signal to stop the VFD after 2 seconds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Capacitive touch module</a:t>
            </a: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 rotWithShape="1">
          <a:blip r:embed="rId5">
            <a:alphaModFix/>
          </a:blip>
          <a:srcRect b="30890" l="0" r="18560" t="20815"/>
          <a:stretch/>
        </p:blipFill>
        <p:spPr>
          <a:xfrm rot="-5400000">
            <a:off x="4686563" y="2677309"/>
            <a:ext cx="2476354" cy="1957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Whats on the agenda for May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Our primary goals for May:</a:t>
            </a:r>
            <a:endParaRPr sz="20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User manual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Final paper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I</a:t>
            </a:r>
            <a:r>
              <a:rPr lang="en" sz="2000"/>
              <a:t>ntegration</a:t>
            </a:r>
            <a:r>
              <a:rPr lang="en" sz="2000"/>
              <a:t> and completion of the CTSI sensor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Program VDF/PLC for current, voltage, watts, jam count, auto unjam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Brake Resistor/(Final last minute items)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Make it look purdy, or in the words of the late Amy Winehouse, put it in the box 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